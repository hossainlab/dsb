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1371" r:id="rId2"/>
    <p:sldId id="257" r:id="rId3"/>
    <p:sldId id="139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411696-7278-D04D-848E-13DCF6350A00}" v="91" dt="2019-04-12T08:23:47.5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64"/>
    <p:restoredTop sz="92782"/>
  </p:normalViewPr>
  <p:slideViewPr>
    <p:cSldViewPr snapToGrid="0" snapToObjects="1">
      <p:cViewPr varScale="1">
        <p:scale>
          <a:sx n="102" d="100"/>
          <a:sy n="102" d="100"/>
        </p:scale>
        <p:origin x="978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fjghod Goh" userId="17a83449cc180f75" providerId="LiveId" clId="{3C411696-7278-D04D-848E-13DCF6350A00}"/>
    <pc:docChg chg="undo custSel mod addSld delSld modSld sldOrd">
      <pc:chgData name="bfjghod Goh" userId="17a83449cc180f75" providerId="LiveId" clId="{3C411696-7278-D04D-848E-13DCF6350A00}" dt="2019-04-12T08:23:47.530" v="5833"/>
      <pc:docMkLst>
        <pc:docMk/>
      </pc:docMkLst>
      <pc:sldChg chg="modSp">
        <pc:chgData name="bfjghod Goh" userId="17a83449cc180f75" providerId="LiveId" clId="{3C411696-7278-D04D-848E-13DCF6350A00}" dt="2019-03-04T10:51:48.917" v="5749" actId="20577"/>
        <pc:sldMkLst>
          <pc:docMk/>
          <pc:sldMk cId="899795193" sldId="257"/>
        </pc:sldMkLst>
        <pc:spChg chg="mod">
          <ac:chgData name="bfjghod Goh" userId="17a83449cc180f75" providerId="LiveId" clId="{3C411696-7278-D04D-848E-13DCF6350A00}" dt="2019-03-04T10:51:48.917" v="5749" actId="20577"/>
          <ac:spMkLst>
            <pc:docMk/>
            <pc:sldMk cId="899795193" sldId="257"/>
            <ac:spMk id="3" creationId="{F5E3308E-B469-5543-B427-8A178A47088A}"/>
          </ac:spMkLst>
        </pc:spChg>
      </pc:sldChg>
      <pc:sldChg chg="add">
        <pc:chgData name="bfjghod Goh" userId="17a83449cc180f75" providerId="LiveId" clId="{3C411696-7278-D04D-848E-13DCF6350A00}" dt="2019-02-11T09:57:11.824" v="32"/>
        <pc:sldMkLst>
          <pc:docMk/>
          <pc:sldMk cId="2780301438" sldId="260"/>
        </pc:sldMkLst>
      </pc:sldChg>
      <pc:sldChg chg="add">
        <pc:chgData name="bfjghod Goh" userId="17a83449cc180f75" providerId="LiveId" clId="{3C411696-7278-D04D-848E-13DCF6350A00}" dt="2019-02-11T09:57:11.824" v="32"/>
        <pc:sldMkLst>
          <pc:docMk/>
          <pc:sldMk cId="744841196" sldId="261"/>
        </pc:sldMkLst>
      </pc:sldChg>
      <pc:sldChg chg="add">
        <pc:chgData name="bfjghod Goh" userId="17a83449cc180f75" providerId="LiveId" clId="{3C411696-7278-D04D-848E-13DCF6350A00}" dt="2019-02-11T09:57:11.824" v="32"/>
        <pc:sldMkLst>
          <pc:docMk/>
          <pc:sldMk cId="1847626085" sldId="262"/>
        </pc:sldMkLst>
      </pc:sldChg>
      <pc:sldChg chg="add">
        <pc:chgData name="bfjghod Goh" userId="17a83449cc180f75" providerId="LiveId" clId="{3C411696-7278-D04D-848E-13DCF6350A00}" dt="2019-02-11T09:57:11.824" v="32"/>
        <pc:sldMkLst>
          <pc:docMk/>
          <pc:sldMk cId="3812399594" sldId="263"/>
        </pc:sldMkLst>
      </pc:sldChg>
      <pc:sldChg chg="add">
        <pc:chgData name="bfjghod Goh" userId="17a83449cc180f75" providerId="LiveId" clId="{3C411696-7278-D04D-848E-13DCF6350A00}" dt="2019-02-11T09:56:12.656" v="31"/>
        <pc:sldMkLst>
          <pc:docMk/>
          <pc:sldMk cId="644547946" sldId="264"/>
        </pc:sldMkLst>
      </pc:sldChg>
      <pc:sldChg chg="add">
        <pc:chgData name="bfjghod Goh" userId="17a83449cc180f75" providerId="LiveId" clId="{3C411696-7278-D04D-848E-13DCF6350A00}" dt="2019-02-11T09:57:11.824" v="32"/>
        <pc:sldMkLst>
          <pc:docMk/>
          <pc:sldMk cId="1570162467" sldId="265"/>
        </pc:sldMkLst>
      </pc:sldChg>
      <pc:sldChg chg="add">
        <pc:chgData name="bfjghod Goh" userId="17a83449cc180f75" providerId="LiveId" clId="{3C411696-7278-D04D-848E-13DCF6350A00}" dt="2019-02-11T09:57:11.824" v="32"/>
        <pc:sldMkLst>
          <pc:docMk/>
          <pc:sldMk cId="2922901209" sldId="266"/>
        </pc:sldMkLst>
      </pc:sldChg>
      <pc:sldChg chg="modSp add">
        <pc:chgData name="bfjghod Goh" userId="17a83449cc180f75" providerId="LiveId" clId="{3C411696-7278-D04D-848E-13DCF6350A00}" dt="2019-02-11T09:57:12.035" v="33" actId="27636"/>
        <pc:sldMkLst>
          <pc:docMk/>
          <pc:sldMk cId="483978627" sldId="267"/>
        </pc:sldMkLst>
        <pc:spChg chg="mod">
          <ac:chgData name="bfjghod Goh" userId="17a83449cc180f75" providerId="LiveId" clId="{3C411696-7278-D04D-848E-13DCF6350A00}" dt="2019-02-11T09:57:12.035" v="33" actId="27636"/>
          <ac:spMkLst>
            <pc:docMk/>
            <pc:sldMk cId="483978627" sldId="267"/>
            <ac:spMk id="2" creationId="{00000000-0000-0000-0000-000000000000}"/>
          </ac:spMkLst>
        </pc:spChg>
      </pc:sldChg>
      <pc:sldChg chg="add">
        <pc:chgData name="bfjghod Goh" userId="17a83449cc180f75" providerId="LiveId" clId="{3C411696-7278-D04D-848E-13DCF6350A00}" dt="2019-02-11T09:57:11.824" v="32"/>
        <pc:sldMkLst>
          <pc:docMk/>
          <pc:sldMk cId="90444596" sldId="268"/>
        </pc:sldMkLst>
      </pc:sldChg>
      <pc:sldChg chg="add">
        <pc:chgData name="bfjghod Goh" userId="17a83449cc180f75" providerId="LiveId" clId="{3C411696-7278-D04D-848E-13DCF6350A00}" dt="2019-02-11T09:57:11.824" v="32"/>
        <pc:sldMkLst>
          <pc:docMk/>
          <pc:sldMk cId="2300790651" sldId="269"/>
        </pc:sldMkLst>
      </pc:sldChg>
      <pc:sldChg chg="add">
        <pc:chgData name="bfjghod Goh" userId="17a83449cc180f75" providerId="LiveId" clId="{3C411696-7278-D04D-848E-13DCF6350A00}" dt="2019-02-11T09:57:11.824" v="32"/>
        <pc:sldMkLst>
          <pc:docMk/>
          <pc:sldMk cId="380211711" sldId="271"/>
        </pc:sldMkLst>
      </pc:sldChg>
      <pc:sldChg chg="modSp add">
        <pc:chgData name="bfjghod Goh" userId="17a83449cc180f75" providerId="LiveId" clId="{3C411696-7278-D04D-848E-13DCF6350A00}" dt="2019-02-11T09:57:12.051" v="34" actId="27636"/>
        <pc:sldMkLst>
          <pc:docMk/>
          <pc:sldMk cId="401358832" sldId="273"/>
        </pc:sldMkLst>
        <pc:spChg chg="mod">
          <ac:chgData name="bfjghod Goh" userId="17a83449cc180f75" providerId="LiveId" clId="{3C411696-7278-D04D-848E-13DCF6350A00}" dt="2019-02-11T09:57:12.051" v="34" actId="27636"/>
          <ac:spMkLst>
            <pc:docMk/>
            <pc:sldMk cId="401358832" sldId="273"/>
            <ac:spMk id="5" creationId="{00000000-0000-0000-0000-000000000000}"/>
          </ac:spMkLst>
        </pc:spChg>
      </pc:sldChg>
      <pc:sldChg chg="modSp add">
        <pc:chgData name="bfjghod Goh" userId="17a83449cc180f75" providerId="LiveId" clId="{3C411696-7278-D04D-848E-13DCF6350A00}" dt="2019-02-11T09:57:12.067" v="35" actId="27636"/>
        <pc:sldMkLst>
          <pc:docMk/>
          <pc:sldMk cId="336023640" sldId="274"/>
        </pc:sldMkLst>
        <pc:spChg chg="mod">
          <ac:chgData name="bfjghod Goh" userId="17a83449cc180f75" providerId="LiveId" clId="{3C411696-7278-D04D-848E-13DCF6350A00}" dt="2019-02-11T09:57:12.067" v="35" actId="27636"/>
          <ac:spMkLst>
            <pc:docMk/>
            <pc:sldMk cId="336023640" sldId="274"/>
            <ac:spMk id="2" creationId="{00000000-0000-0000-0000-000000000000}"/>
          </ac:spMkLst>
        </pc:spChg>
      </pc:sldChg>
      <pc:sldChg chg="add">
        <pc:chgData name="bfjghod Goh" userId="17a83449cc180f75" providerId="LiveId" clId="{3C411696-7278-D04D-848E-13DCF6350A00}" dt="2019-02-11T09:57:11.824" v="32"/>
        <pc:sldMkLst>
          <pc:docMk/>
          <pc:sldMk cId="3771887006" sldId="275"/>
        </pc:sldMkLst>
      </pc:sldChg>
      <pc:sldChg chg="add">
        <pc:chgData name="bfjghod Goh" userId="17a83449cc180f75" providerId="LiveId" clId="{3C411696-7278-D04D-848E-13DCF6350A00}" dt="2019-02-11T09:57:11.824" v="32"/>
        <pc:sldMkLst>
          <pc:docMk/>
          <pc:sldMk cId="2679791594" sldId="277"/>
        </pc:sldMkLst>
      </pc:sldChg>
      <pc:sldChg chg="add">
        <pc:chgData name="bfjghod Goh" userId="17a83449cc180f75" providerId="LiveId" clId="{3C411696-7278-D04D-848E-13DCF6350A00}" dt="2019-02-11T09:57:11.824" v="32"/>
        <pc:sldMkLst>
          <pc:docMk/>
          <pc:sldMk cId="1075125668" sldId="280"/>
        </pc:sldMkLst>
      </pc:sldChg>
      <pc:sldChg chg="add">
        <pc:chgData name="bfjghod Goh" userId="17a83449cc180f75" providerId="LiveId" clId="{3C411696-7278-D04D-848E-13DCF6350A00}" dt="2019-02-11T09:57:11.824" v="32"/>
        <pc:sldMkLst>
          <pc:docMk/>
          <pc:sldMk cId="4255559143" sldId="281"/>
        </pc:sldMkLst>
      </pc:sldChg>
      <pc:sldChg chg="modSp add">
        <pc:chgData name="bfjghod Goh" userId="17a83449cc180f75" providerId="LiveId" clId="{3C411696-7278-D04D-848E-13DCF6350A00}" dt="2019-02-11T10:26:19.763" v="1395"/>
        <pc:sldMkLst>
          <pc:docMk/>
          <pc:sldMk cId="797638949" sldId="283"/>
        </pc:sldMkLst>
        <pc:spChg chg="mod">
          <ac:chgData name="bfjghod Goh" userId="17a83449cc180f75" providerId="LiveId" clId="{3C411696-7278-D04D-848E-13DCF6350A00}" dt="2019-02-11T10:26:19.763" v="1395"/>
          <ac:spMkLst>
            <pc:docMk/>
            <pc:sldMk cId="797638949" sldId="283"/>
            <ac:spMk id="4" creationId="{8C072EDA-49F4-2243-A799-C1240AC017CB}"/>
          </ac:spMkLst>
        </pc:spChg>
      </pc:sldChg>
      <pc:sldChg chg="add">
        <pc:chgData name="bfjghod Goh" userId="17a83449cc180f75" providerId="LiveId" clId="{3C411696-7278-D04D-848E-13DCF6350A00}" dt="2019-02-11T09:57:11.824" v="32"/>
        <pc:sldMkLst>
          <pc:docMk/>
          <pc:sldMk cId="2096152427" sldId="284"/>
        </pc:sldMkLst>
      </pc:sldChg>
      <pc:sldChg chg="add">
        <pc:chgData name="bfjghod Goh" userId="17a83449cc180f75" providerId="LiveId" clId="{3C411696-7278-D04D-848E-13DCF6350A00}" dt="2019-02-11T09:57:11.824" v="32"/>
        <pc:sldMkLst>
          <pc:docMk/>
          <pc:sldMk cId="217729368" sldId="285"/>
        </pc:sldMkLst>
      </pc:sldChg>
      <pc:sldChg chg="add">
        <pc:chgData name="bfjghod Goh" userId="17a83449cc180f75" providerId="LiveId" clId="{3C411696-7278-D04D-848E-13DCF6350A00}" dt="2019-02-11T09:57:11.824" v="32"/>
        <pc:sldMkLst>
          <pc:docMk/>
          <pc:sldMk cId="3395031132" sldId="287"/>
        </pc:sldMkLst>
      </pc:sldChg>
      <pc:sldChg chg="add">
        <pc:chgData name="bfjghod Goh" userId="17a83449cc180f75" providerId="LiveId" clId="{3C411696-7278-D04D-848E-13DCF6350A00}" dt="2019-02-11T09:57:11.824" v="32"/>
        <pc:sldMkLst>
          <pc:docMk/>
          <pc:sldMk cId="2836935139" sldId="288"/>
        </pc:sldMkLst>
      </pc:sldChg>
      <pc:sldChg chg="modSp add">
        <pc:chgData name="bfjghod Goh" userId="17a83449cc180f75" providerId="LiveId" clId="{3C411696-7278-D04D-848E-13DCF6350A00}" dt="2019-02-11T10:26:30.208" v="1397"/>
        <pc:sldMkLst>
          <pc:docMk/>
          <pc:sldMk cId="1350026156" sldId="303"/>
        </pc:sldMkLst>
        <pc:spChg chg="mod">
          <ac:chgData name="bfjghod Goh" userId="17a83449cc180f75" providerId="LiveId" clId="{3C411696-7278-D04D-848E-13DCF6350A00}" dt="2019-02-11T10:26:30.208" v="1397"/>
          <ac:spMkLst>
            <pc:docMk/>
            <pc:sldMk cId="1350026156" sldId="303"/>
            <ac:spMk id="4" creationId="{AE5D7EEF-2D51-434F-8683-70A55743AE51}"/>
          </ac:spMkLst>
        </pc:spChg>
      </pc:sldChg>
      <pc:sldChg chg="add">
        <pc:chgData name="bfjghod Goh" userId="17a83449cc180f75" providerId="LiveId" clId="{3C411696-7278-D04D-848E-13DCF6350A00}" dt="2019-02-11T09:57:11.824" v="32"/>
        <pc:sldMkLst>
          <pc:docMk/>
          <pc:sldMk cId="1687077538" sldId="305"/>
        </pc:sldMkLst>
      </pc:sldChg>
      <pc:sldChg chg="add">
        <pc:chgData name="bfjghod Goh" userId="17a83449cc180f75" providerId="LiveId" clId="{3C411696-7278-D04D-848E-13DCF6350A00}" dt="2019-02-11T09:57:11.824" v="32"/>
        <pc:sldMkLst>
          <pc:docMk/>
          <pc:sldMk cId="518819087" sldId="306"/>
        </pc:sldMkLst>
      </pc:sldChg>
      <pc:sldChg chg="add">
        <pc:chgData name="bfjghod Goh" userId="17a83449cc180f75" providerId="LiveId" clId="{3C411696-7278-D04D-848E-13DCF6350A00}" dt="2019-02-11T09:57:11.824" v="32"/>
        <pc:sldMkLst>
          <pc:docMk/>
          <pc:sldMk cId="2118251664" sldId="307"/>
        </pc:sldMkLst>
      </pc:sldChg>
      <pc:sldChg chg="add">
        <pc:chgData name="bfjghod Goh" userId="17a83449cc180f75" providerId="LiveId" clId="{3C411696-7278-D04D-848E-13DCF6350A00}" dt="2019-02-11T09:57:11.824" v="32"/>
        <pc:sldMkLst>
          <pc:docMk/>
          <pc:sldMk cId="2182094862" sldId="309"/>
        </pc:sldMkLst>
      </pc:sldChg>
      <pc:sldChg chg="modSp add">
        <pc:chgData name="bfjghod Goh" userId="17a83449cc180f75" providerId="LiveId" clId="{3C411696-7278-D04D-848E-13DCF6350A00}" dt="2019-02-11T10:26:25.088" v="1396"/>
        <pc:sldMkLst>
          <pc:docMk/>
          <pc:sldMk cId="2798999038" sldId="315"/>
        </pc:sldMkLst>
        <pc:spChg chg="mod">
          <ac:chgData name="bfjghod Goh" userId="17a83449cc180f75" providerId="LiveId" clId="{3C411696-7278-D04D-848E-13DCF6350A00}" dt="2019-02-11T10:26:25.088" v="1396"/>
          <ac:spMkLst>
            <pc:docMk/>
            <pc:sldMk cId="2798999038" sldId="315"/>
            <ac:spMk id="4" creationId="{73E95844-1203-6F45-8427-5C2851B569CD}"/>
          </ac:spMkLst>
        </pc:spChg>
      </pc:sldChg>
      <pc:sldChg chg="add">
        <pc:chgData name="bfjghod Goh" userId="17a83449cc180f75" providerId="LiveId" clId="{3C411696-7278-D04D-848E-13DCF6350A00}" dt="2019-02-11T09:57:11.824" v="32"/>
        <pc:sldMkLst>
          <pc:docMk/>
          <pc:sldMk cId="4138798847" sldId="316"/>
        </pc:sldMkLst>
      </pc:sldChg>
      <pc:sldChg chg="add">
        <pc:chgData name="bfjghod Goh" userId="17a83449cc180f75" providerId="LiveId" clId="{3C411696-7278-D04D-848E-13DCF6350A00}" dt="2019-02-11T09:57:11.824" v="32"/>
        <pc:sldMkLst>
          <pc:docMk/>
          <pc:sldMk cId="2194039133" sldId="317"/>
        </pc:sldMkLst>
      </pc:sldChg>
      <pc:sldChg chg="add">
        <pc:chgData name="bfjghod Goh" userId="17a83449cc180f75" providerId="LiveId" clId="{3C411696-7278-D04D-848E-13DCF6350A00}" dt="2019-02-11T09:57:11.824" v="32"/>
        <pc:sldMkLst>
          <pc:docMk/>
          <pc:sldMk cId="3024243658" sldId="318"/>
        </pc:sldMkLst>
      </pc:sldChg>
      <pc:sldChg chg="add">
        <pc:chgData name="bfjghod Goh" userId="17a83449cc180f75" providerId="LiveId" clId="{3C411696-7278-D04D-848E-13DCF6350A00}" dt="2019-02-11T09:57:11.824" v="32"/>
        <pc:sldMkLst>
          <pc:docMk/>
          <pc:sldMk cId="2365349953" sldId="320"/>
        </pc:sldMkLst>
      </pc:sldChg>
      <pc:sldChg chg="add">
        <pc:chgData name="bfjghod Goh" userId="17a83449cc180f75" providerId="LiveId" clId="{3C411696-7278-D04D-848E-13DCF6350A00}" dt="2019-02-11T09:57:11.824" v="32"/>
        <pc:sldMkLst>
          <pc:docMk/>
          <pc:sldMk cId="1974939735" sldId="321"/>
        </pc:sldMkLst>
      </pc:sldChg>
      <pc:sldChg chg="add">
        <pc:chgData name="bfjghod Goh" userId="17a83449cc180f75" providerId="LiveId" clId="{3C411696-7278-D04D-848E-13DCF6350A00}" dt="2019-02-11T09:57:11.824" v="32"/>
        <pc:sldMkLst>
          <pc:docMk/>
          <pc:sldMk cId="3599701482" sldId="322"/>
        </pc:sldMkLst>
      </pc:sldChg>
      <pc:sldChg chg="add">
        <pc:chgData name="bfjghod Goh" userId="17a83449cc180f75" providerId="LiveId" clId="{3C411696-7278-D04D-848E-13DCF6350A00}" dt="2019-02-11T09:57:11.824" v="32"/>
        <pc:sldMkLst>
          <pc:docMk/>
          <pc:sldMk cId="3777849080" sldId="331"/>
        </pc:sldMkLst>
      </pc:sldChg>
      <pc:sldChg chg="modSp add">
        <pc:chgData name="bfjghod Goh" userId="17a83449cc180f75" providerId="LiveId" clId="{3C411696-7278-D04D-848E-13DCF6350A00}" dt="2019-02-11T10:26:06.681" v="1393"/>
        <pc:sldMkLst>
          <pc:docMk/>
          <pc:sldMk cId="3999637528" sldId="353"/>
        </pc:sldMkLst>
        <pc:spChg chg="mod">
          <ac:chgData name="bfjghod Goh" userId="17a83449cc180f75" providerId="LiveId" clId="{3C411696-7278-D04D-848E-13DCF6350A00}" dt="2019-02-11T10:26:06.681" v="1393"/>
          <ac:spMkLst>
            <pc:docMk/>
            <pc:sldMk cId="3999637528" sldId="353"/>
            <ac:spMk id="3" creationId="{AE5D7EEF-2D51-434F-8683-70A55743AE51}"/>
          </ac:spMkLst>
        </pc:spChg>
      </pc:sldChg>
      <pc:sldChg chg="modSp add">
        <pc:chgData name="bfjghod Goh" userId="17a83449cc180f75" providerId="LiveId" clId="{3C411696-7278-D04D-848E-13DCF6350A00}" dt="2019-02-11T10:26:12.288" v="1394"/>
        <pc:sldMkLst>
          <pc:docMk/>
          <pc:sldMk cId="1289493063" sldId="354"/>
        </pc:sldMkLst>
        <pc:spChg chg="mod">
          <ac:chgData name="bfjghod Goh" userId="17a83449cc180f75" providerId="LiveId" clId="{3C411696-7278-D04D-848E-13DCF6350A00}" dt="2019-02-11T10:26:12.288" v="1394"/>
          <ac:spMkLst>
            <pc:docMk/>
            <pc:sldMk cId="1289493063" sldId="354"/>
            <ac:spMk id="4" creationId="{AE5D7EEF-2D51-434F-8683-70A55743AE51}"/>
          </ac:spMkLst>
        </pc:spChg>
      </pc:sldChg>
      <pc:sldChg chg="add">
        <pc:chgData name="bfjghod Goh" userId="17a83449cc180f75" providerId="LiveId" clId="{3C411696-7278-D04D-848E-13DCF6350A00}" dt="2019-02-11T09:57:11.824" v="32"/>
        <pc:sldMkLst>
          <pc:docMk/>
          <pc:sldMk cId="374141867" sldId="355"/>
        </pc:sldMkLst>
      </pc:sldChg>
      <pc:sldChg chg="add">
        <pc:chgData name="bfjghod Goh" userId="17a83449cc180f75" providerId="LiveId" clId="{3C411696-7278-D04D-848E-13DCF6350A00}" dt="2019-02-11T09:56:12.656" v="31"/>
        <pc:sldMkLst>
          <pc:docMk/>
          <pc:sldMk cId="3704182788" sldId="356"/>
        </pc:sldMkLst>
      </pc:sldChg>
      <pc:sldChg chg="add">
        <pc:chgData name="bfjghod Goh" userId="17a83449cc180f75" providerId="LiveId" clId="{3C411696-7278-D04D-848E-13DCF6350A00}" dt="2019-02-11T09:56:12.656" v="31"/>
        <pc:sldMkLst>
          <pc:docMk/>
          <pc:sldMk cId="3664026844" sldId="357"/>
        </pc:sldMkLst>
      </pc:sldChg>
      <pc:sldChg chg="add">
        <pc:chgData name="bfjghod Goh" userId="17a83449cc180f75" providerId="LiveId" clId="{3C411696-7278-D04D-848E-13DCF6350A00}" dt="2019-02-11T09:56:12.656" v="31"/>
        <pc:sldMkLst>
          <pc:docMk/>
          <pc:sldMk cId="4261999922" sldId="358"/>
        </pc:sldMkLst>
      </pc:sldChg>
      <pc:sldChg chg="add">
        <pc:chgData name="bfjghod Goh" userId="17a83449cc180f75" providerId="LiveId" clId="{3C411696-7278-D04D-848E-13DCF6350A00}" dt="2019-02-11T09:57:11.824" v="32"/>
        <pc:sldMkLst>
          <pc:docMk/>
          <pc:sldMk cId="3873981537" sldId="359"/>
        </pc:sldMkLst>
      </pc:sldChg>
      <pc:sldChg chg="add">
        <pc:chgData name="bfjghod Goh" userId="17a83449cc180f75" providerId="LiveId" clId="{3C411696-7278-D04D-848E-13DCF6350A00}" dt="2019-02-11T09:57:11.824" v="32"/>
        <pc:sldMkLst>
          <pc:docMk/>
          <pc:sldMk cId="1142724771" sldId="362"/>
        </pc:sldMkLst>
      </pc:sldChg>
      <pc:sldChg chg="add">
        <pc:chgData name="bfjghod Goh" userId="17a83449cc180f75" providerId="LiveId" clId="{3C411696-7278-D04D-848E-13DCF6350A00}" dt="2019-02-11T09:57:11.824" v="32"/>
        <pc:sldMkLst>
          <pc:docMk/>
          <pc:sldMk cId="1347986776" sldId="363"/>
        </pc:sldMkLst>
      </pc:sldChg>
      <pc:sldChg chg="add">
        <pc:chgData name="bfjghod Goh" userId="17a83449cc180f75" providerId="LiveId" clId="{3C411696-7278-D04D-848E-13DCF6350A00}" dt="2019-02-11T09:57:11.824" v="32"/>
        <pc:sldMkLst>
          <pc:docMk/>
          <pc:sldMk cId="3134323065" sldId="364"/>
        </pc:sldMkLst>
      </pc:sldChg>
      <pc:sldChg chg="add">
        <pc:chgData name="bfjghod Goh" userId="17a83449cc180f75" providerId="LiveId" clId="{3C411696-7278-D04D-848E-13DCF6350A00}" dt="2019-02-11T09:57:11.824" v="32"/>
        <pc:sldMkLst>
          <pc:docMk/>
          <pc:sldMk cId="30068861" sldId="366"/>
        </pc:sldMkLst>
      </pc:sldChg>
      <pc:sldChg chg="add">
        <pc:chgData name="bfjghod Goh" userId="17a83449cc180f75" providerId="LiveId" clId="{3C411696-7278-D04D-848E-13DCF6350A00}" dt="2019-02-11T09:57:11.824" v="32"/>
        <pc:sldMkLst>
          <pc:docMk/>
          <pc:sldMk cId="3708187419" sldId="367"/>
        </pc:sldMkLst>
      </pc:sldChg>
      <pc:sldChg chg="modSp">
        <pc:chgData name="bfjghod Goh" userId="17a83449cc180f75" providerId="LiveId" clId="{3C411696-7278-D04D-848E-13DCF6350A00}" dt="2019-02-11T10:27:00.933" v="1408" actId="20577"/>
        <pc:sldMkLst>
          <pc:docMk/>
          <pc:sldMk cId="3312333509" sldId="438"/>
        </pc:sldMkLst>
        <pc:spChg chg="mod">
          <ac:chgData name="bfjghod Goh" userId="17a83449cc180f75" providerId="LiveId" clId="{3C411696-7278-D04D-848E-13DCF6350A00}" dt="2019-02-11T10:27:00.933" v="1408" actId="20577"/>
          <ac:spMkLst>
            <pc:docMk/>
            <pc:sldMk cId="3312333509" sldId="438"/>
            <ac:spMk id="6" creationId="{51E76512-37A1-604B-8EEE-EBAC749FD876}"/>
          </ac:spMkLst>
        </pc:spChg>
      </pc:sldChg>
      <pc:sldChg chg="modSp">
        <pc:chgData name="bfjghod Goh" userId="17a83449cc180f75" providerId="LiveId" clId="{3C411696-7278-D04D-848E-13DCF6350A00}" dt="2019-02-11T10:26:00.305" v="1392"/>
        <pc:sldMkLst>
          <pc:docMk/>
          <pc:sldMk cId="4170046257" sldId="439"/>
        </pc:sldMkLst>
        <pc:spChg chg="mod">
          <ac:chgData name="bfjghod Goh" userId="17a83449cc180f75" providerId="LiveId" clId="{3C411696-7278-D04D-848E-13DCF6350A00}" dt="2019-02-11T10:26:00.305" v="1392"/>
          <ac:spMkLst>
            <pc:docMk/>
            <pc:sldMk cId="4170046257" sldId="439"/>
            <ac:spMk id="6" creationId="{51E76512-37A1-604B-8EEE-EBAC749FD876}"/>
          </ac:spMkLst>
        </pc:spChg>
      </pc:sldChg>
      <pc:sldChg chg="modSp">
        <pc:chgData name="bfjghod Goh" userId="17a83449cc180f75" providerId="LiveId" clId="{3C411696-7278-D04D-848E-13DCF6350A00}" dt="2019-02-11T10:30:11.642" v="1472" actId="20577"/>
        <pc:sldMkLst>
          <pc:docMk/>
          <pc:sldMk cId="1321633636" sldId="441"/>
        </pc:sldMkLst>
        <pc:spChg chg="mod">
          <ac:chgData name="bfjghod Goh" userId="17a83449cc180f75" providerId="LiveId" clId="{3C411696-7278-D04D-848E-13DCF6350A00}" dt="2019-02-11T10:30:11.642" v="1472" actId="20577"/>
          <ac:spMkLst>
            <pc:docMk/>
            <pc:sldMk cId="1321633636" sldId="441"/>
            <ac:spMk id="3" creationId="{29ACE42F-AFD0-2D41-B769-13FDF7C1B34A}"/>
          </ac:spMkLst>
        </pc:spChg>
      </pc:sldChg>
      <pc:sldChg chg="modSp">
        <pc:chgData name="bfjghod Goh" userId="17a83449cc180f75" providerId="LiveId" clId="{3C411696-7278-D04D-848E-13DCF6350A00}" dt="2019-02-11T10:25:49.643" v="1390"/>
        <pc:sldMkLst>
          <pc:docMk/>
          <pc:sldMk cId="2905184854" sldId="1338"/>
        </pc:sldMkLst>
        <pc:spChg chg="mod">
          <ac:chgData name="bfjghod Goh" userId="17a83449cc180f75" providerId="LiveId" clId="{3C411696-7278-D04D-848E-13DCF6350A00}" dt="2019-02-11T10:25:49.643" v="1390"/>
          <ac:spMkLst>
            <pc:docMk/>
            <pc:sldMk cId="2905184854" sldId="1338"/>
            <ac:spMk id="6" creationId="{51E76512-37A1-604B-8EEE-EBAC749FD876}"/>
          </ac:spMkLst>
        </pc:spChg>
      </pc:sldChg>
      <pc:sldChg chg="modSp">
        <pc:chgData name="bfjghod Goh" userId="17a83449cc180f75" providerId="LiveId" clId="{3C411696-7278-D04D-848E-13DCF6350A00}" dt="2019-02-11T10:25:44.111" v="1389"/>
        <pc:sldMkLst>
          <pc:docMk/>
          <pc:sldMk cId="684777121" sldId="1340"/>
        </pc:sldMkLst>
        <pc:spChg chg="mod">
          <ac:chgData name="bfjghod Goh" userId="17a83449cc180f75" providerId="LiveId" clId="{3C411696-7278-D04D-848E-13DCF6350A00}" dt="2019-02-11T10:25:44.111" v="1389"/>
          <ac:spMkLst>
            <pc:docMk/>
            <pc:sldMk cId="684777121" sldId="1340"/>
            <ac:spMk id="6" creationId="{51E76512-37A1-604B-8EEE-EBAC749FD876}"/>
          </ac:spMkLst>
        </pc:spChg>
      </pc:sldChg>
      <pc:sldChg chg="modSp">
        <pc:chgData name="bfjghod Goh" userId="17a83449cc180f75" providerId="LiveId" clId="{3C411696-7278-D04D-848E-13DCF6350A00}" dt="2019-02-11T10:25:54.546" v="1391"/>
        <pc:sldMkLst>
          <pc:docMk/>
          <pc:sldMk cId="722755508" sldId="1342"/>
        </pc:sldMkLst>
        <pc:spChg chg="mod">
          <ac:chgData name="bfjghod Goh" userId="17a83449cc180f75" providerId="LiveId" clId="{3C411696-7278-D04D-848E-13DCF6350A00}" dt="2019-02-11T10:25:54.546" v="1391"/>
          <ac:spMkLst>
            <pc:docMk/>
            <pc:sldMk cId="722755508" sldId="1342"/>
            <ac:spMk id="6" creationId="{51E76512-37A1-604B-8EEE-EBAC749FD876}"/>
          </ac:spMkLst>
        </pc:spChg>
      </pc:sldChg>
      <pc:sldChg chg="modSp">
        <pc:chgData name="bfjghod Goh" userId="17a83449cc180f75" providerId="LiveId" clId="{3C411696-7278-D04D-848E-13DCF6350A00}" dt="2019-04-12T08:23:20.420" v="5831" actId="20577"/>
        <pc:sldMkLst>
          <pc:docMk/>
          <pc:sldMk cId="4189839383" sldId="1363"/>
        </pc:sldMkLst>
        <pc:spChg chg="mod">
          <ac:chgData name="bfjghod Goh" userId="17a83449cc180f75" providerId="LiveId" clId="{3C411696-7278-D04D-848E-13DCF6350A00}" dt="2019-04-12T08:23:20.420" v="5831" actId="20577"/>
          <ac:spMkLst>
            <pc:docMk/>
            <pc:sldMk cId="4189839383" sldId="1363"/>
            <ac:spMk id="8" creationId="{00000000-0000-0000-0000-000000000000}"/>
          </ac:spMkLst>
        </pc:spChg>
        <pc:spChg chg="mod">
          <ac:chgData name="bfjghod Goh" userId="17a83449cc180f75" providerId="LiveId" clId="{3C411696-7278-D04D-848E-13DCF6350A00}" dt="2019-04-12T08:23:07.860" v="5811" actId="20577"/>
          <ac:spMkLst>
            <pc:docMk/>
            <pc:sldMk cId="4189839383" sldId="1363"/>
            <ac:spMk id="9" creationId="{00000000-0000-0000-0000-000000000000}"/>
          </ac:spMkLst>
        </pc:spChg>
      </pc:sldChg>
      <pc:sldChg chg="modSp">
        <pc:chgData name="bfjghod Goh" userId="17a83449cc180f75" providerId="LiveId" clId="{3C411696-7278-D04D-848E-13DCF6350A00}" dt="2019-04-12T08:23:47.530" v="5833"/>
        <pc:sldMkLst>
          <pc:docMk/>
          <pc:sldMk cId="3328225974" sldId="1364"/>
        </pc:sldMkLst>
        <pc:spChg chg="mod">
          <ac:chgData name="bfjghod Goh" userId="17a83449cc180f75" providerId="LiveId" clId="{3C411696-7278-D04D-848E-13DCF6350A00}" dt="2019-04-12T08:23:47.530" v="5833"/>
          <ac:spMkLst>
            <pc:docMk/>
            <pc:sldMk cId="3328225974" sldId="1364"/>
            <ac:spMk id="8" creationId="{00000000-0000-0000-0000-000000000000}"/>
          </ac:spMkLst>
        </pc:spChg>
        <pc:spChg chg="mod">
          <ac:chgData name="bfjghod Goh" userId="17a83449cc180f75" providerId="LiveId" clId="{3C411696-7278-D04D-848E-13DCF6350A00}" dt="2019-04-12T08:23:36.098" v="5832"/>
          <ac:spMkLst>
            <pc:docMk/>
            <pc:sldMk cId="3328225974" sldId="1364"/>
            <ac:spMk id="9" creationId="{00000000-0000-0000-0000-000000000000}"/>
          </ac:spMkLst>
        </pc:spChg>
      </pc:sldChg>
      <pc:sldChg chg="modSp">
        <pc:chgData name="bfjghod Goh" userId="17a83449cc180f75" providerId="LiveId" clId="{3C411696-7278-D04D-848E-13DCF6350A00}" dt="2019-03-01T01:59:01.832" v="5086" actId="20577"/>
        <pc:sldMkLst>
          <pc:docMk/>
          <pc:sldMk cId="727469965" sldId="1366"/>
        </pc:sldMkLst>
        <pc:spChg chg="mod">
          <ac:chgData name="bfjghod Goh" userId="17a83449cc180f75" providerId="LiveId" clId="{3C411696-7278-D04D-848E-13DCF6350A00}" dt="2019-03-01T01:58:22.958" v="5054" actId="20577"/>
          <ac:spMkLst>
            <pc:docMk/>
            <pc:sldMk cId="727469965" sldId="1366"/>
            <ac:spMk id="2" creationId="{6DB22949-A5B8-6F48-A125-D41D66A11A18}"/>
          </ac:spMkLst>
        </pc:spChg>
        <pc:spChg chg="mod">
          <ac:chgData name="bfjghod Goh" userId="17a83449cc180f75" providerId="LiveId" clId="{3C411696-7278-D04D-848E-13DCF6350A00}" dt="2019-03-01T01:59:01.832" v="5086" actId="20577"/>
          <ac:spMkLst>
            <pc:docMk/>
            <pc:sldMk cId="727469965" sldId="1366"/>
            <ac:spMk id="3" creationId="{F4C9F38C-3D48-5B4F-8954-F1A7240D553F}"/>
          </ac:spMkLst>
        </pc:spChg>
      </pc:sldChg>
      <pc:sldChg chg="addSp delSp modSp add del">
        <pc:chgData name="bfjghod Goh" userId="17a83449cc180f75" providerId="LiveId" clId="{3C411696-7278-D04D-848E-13DCF6350A00}" dt="2019-02-11T10:26:49.230" v="1400" actId="14100"/>
        <pc:sldMkLst>
          <pc:docMk/>
          <pc:sldMk cId="1150376426" sldId="1371"/>
        </pc:sldMkLst>
        <pc:spChg chg="add del mod">
          <ac:chgData name="bfjghod Goh" userId="17a83449cc180f75" providerId="LiveId" clId="{3C411696-7278-D04D-848E-13DCF6350A00}" dt="2019-02-11T09:55:01.889" v="27" actId="478"/>
          <ac:spMkLst>
            <pc:docMk/>
            <pc:sldMk cId="1150376426" sldId="1371"/>
            <ac:spMk id="2" creationId="{4F3EAC84-2CF4-BE41-A0B8-80356CBAEFE9}"/>
          </ac:spMkLst>
        </pc:spChg>
        <pc:spChg chg="mod">
          <ac:chgData name="bfjghod Goh" userId="17a83449cc180f75" providerId="LiveId" clId="{3C411696-7278-D04D-848E-13DCF6350A00}" dt="2019-02-11T10:26:49.230" v="1400" actId="14100"/>
          <ac:spMkLst>
            <pc:docMk/>
            <pc:sldMk cId="1150376426" sldId="1371"/>
            <ac:spMk id="4" creationId="{7AF536C2-CDEA-7440-ABAA-8E28A2CD8FAA}"/>
          </ac:spMkLst>
        </pc:spChg>
      </pc:sldChg>
      <pc:sldChg chg="modSp add">
        <pc:chgData name="bfjghod Goh" userId="17a83449cc180f75" providerId="LiveId" clId="{3C411696-7278-D04D-848E-13DCF6350A00}" dt="2019-02-11T10:26:37.127" v="1398"/>
        <pc:sldMkLst>
          <pc:docMk/>
          <pc:sldMk cId="970946884" sldId="1373"/>
        </pc:sldMkLst>
        <pc:spChg chg="mod">
          <ac:chgData name="bfjghod Goh" userId="17a83449cc180f75" providerId="LiveId" clId="{3C411696-7278-D04D-848E-13DCF6350A00}" dt="2019-02-11T10:26:37.127" v="1398"/>
          <ac:spMkLst>
            <pc:docMk/>
            <pc:sldMk cId="970946884" sldId="1373"/>
            <ac:spMk id="6" creationId="{51E76512-37A1-604B-8EEE-EBAC749FD876}"/>
          </ac:spMkLst>
        </pc:spChg>
      </pc:sldChg>
      <pc:sldChg chg="addSp delSp modSp add">
        <pc:chgData name="bfjghod Goh" userId="17a83449cc180f75" providerId="LiveId" clId="{3C411696-7278-D04D-848E-13DCF6350A00}" dt="2019-02-11T10:15:05.543" v="690" actId="1076"/>
        <pc:sldMkLst>
          <pc:docMk/>
          <pc:sldMk cId="3959628099" sldId="1374"/>
        </pc:sldMkLst>
        <pc:spChg chg="add del mod">
          <ac:chgData name="bfjghod Goh" userId="17a83449cc180f75" providerId="LiveId" clId="{3C411696-7278-D04D-848E-13DCF6350A00}" dt="2019-02-11T10:00:46.742" v="117"/>
          <ac:spMkLst>
            <pc:docMk/>
            <pc:sldMk cId="3959628099" sldId="1374"/>
            <ac:spMk id="2" creationId="{C77A686A-661F-BA46-93BF-48C395B1D488}"/>
          </ac:spMkLst>
        </pc:spChg>
        <pc:spChg chg="add del mod">
          <ac:chgData name="bfjghod Goh" userId="17a83449cc180f75" providerId="LiveId" clId="{3C411696-7278-D04D-848E-13DCF6350A00}" dt="2019-02-11T10:00:46.742" v="117"/>
          <ac:spMkLst>
            <pc:docMk/>
            <pc:sldMk cId="3959628099" sldId="1374"/>
            <ac:spMk id="3" creationId="{43493152-64AC-824C-B4F6-702BCE41110D}"/>
          </ac:spMkLst>
        </pc:spChg>
        <pc:spChg chg="add mod">
          <ac:chgData name="bfjghod Goh" userId="17a83449cc180f75" providerId="LiveId" clId="{3C411696-7278-D04D-848E-13DCF6350A00}" dt="2019-02-11T10:01:32.135" v="210" actId="20577"/>
          <ac:spMkLst>
            <pc:docMk/>
            <pc:sldMk cId="3959628099" sldId="1374"/>
            <ac:spMk id="4" creationId="{94AC1E35-3DEC-F349-A116-96F21D723857}"/>
          </ac:spMkLst>
        </pc:spChg>
        <pc:spChg chg="add mod">
          <ac:chgData name="bfjghod Goh" userId="17a83449cc180f75" providerId="LiveId" clId="{3C411696-7278-D04D-848E-13DCF6350A00}" dt="2019-02-11T10:15:05.543" v="690" actId="1076"/>
          <ac:spMkLst>
            <pc:docMk/>
            <pc:sldMk cId="3959628099" sldId="1374"/>
            <ac:spMk id="6" creationId="{864F954B-F705-1E4B-A20E-AB66D5B1755C}"/>
          </ac:spMkLst>
        </pc:spChg>
        <pc:picChg chg="add mod">
          <ac:chgData name="bfjghod Goh" userId="17a83449cc180f75" providerId="LiveId" clId="{3C411696-7278-D04D-848E-13DCF6350A00}" dt="2019-02-11T10:12:19.925" v="632" actId="1076"/>
          <ac:picMkLst>
            <pc:docMk/>
            <pc:sldMk cId="3959628099" sldId="1374"/>
            <ac:picMk id="5" creationId="{3C79C9A0-0238-BE4B-AE67-5789272B0F01}"/>
          </ac:picMkLst>
        </pc:picChg>
      </pc:sldChg>
      <pc:sldChg chg="addSp modSp add">
        <pc:chgData name="bfjghod Goh" userId="17a83449cc180f75" providerId="LiveId" clId="{3C411696-7278-D04D-848E-13DCF6350A00}" dt="2019-02-11T10:04:38.923" v="557" actId="113"/>
        <pc:sldMkLst>
          <pc:docMk/>
          <pc:sldMk cId="3030821311" sldId="1375"/>
        </pc:sldMkLst>
        <pc:spChg chg="add mod">
          <ac:chgData name="bfjghod Goh" userId="17a83449cc180f75" providerId="LiveId" clId="{3C411696-7278-D04D-848E-13DCF6350A00}" dt="2019-02-11T10:04:38.923" v="557" actId="113"/>
          <ac:spMkLst>
            <pc:docMk/>
            <pc:sldMk cId="3030821311" sldId="1375"/>
            <ac:spMk id="2" creationId="{5E1AB8AE-CD82-A844-9AD6-F547587D7BDD}"/>
          </ac:spMkLst>
        </pc:spChg>
      </pc:sldChg>
      <pc:sldChg chg="addSp modSp add">
        <pc:chgData name="bfjghod Goh" userId="17a83449cc180f75" providerId="LiveId" clId="{3C411696-7278-D04D-848E-13DCF6350A00}" dt="2019-03-01T02:04:30.729" v="5326" actId="113"/>
        <pc:sldMkLst>
          <pc:docMk/>
          <pc:sldMk cId="1650622996" sldId="1376"/>
        </pc:sldMkLst>
        <pc:spChg chg="add mod">
          <ac:chgData name="bfjghod Goh" userId="17a83449cc180f75" providerId="LiveId" clId="{3C411696-7278-D04D-848E-13DCF6350A00}" dt="2019-03-01T02:04:30.729" v="5326" actId="113"/>
          <ac:spMkLst>
            <pc:docMk/>
            <pc:sldMk cId="1650622996" sldId="1376"/>
            <ac:spMk id="2" creationId="{4A1D2172-909A-7940-AE9E-8DE8D862F93C}"/>
          </ac:spMkLst>
        </pc:spChg>
        <pc:spChg chg="add mod">
          <ac:chgData name="bfjghod Goh" userId="17a83449cc180f75" providerId="LiveId" clId="{3C411696-7278-D04D-848E-13DCF6350A00}" dt="2019-02-11T10:11:20.355" v="625" actId="113"/>
          <ac:spMkLst>
            <pc:docMk/>
            <pc:sldMk cId="1650622996" sldId="1376"/>
            <ac:spMk id="3" creationId="{DF49AB7A-1E8E-2B4E-9CED-D086CB2EDDB3}"/>
          </ac:spMkLst>
        </pc:spChg>
      </pc:sldChg>
      <pc:sldChg chg="modSp add">
        <pc:chgData name="bfjghod Goh" userId="17a83449cc180f75" providerId="LiveId" clId="{3C411696-7278-D04D-848E-13DCF6350A00}" dt="2019-03-01T02:04:34.304" v="5327" actId="113"/>
        <pc:sldMkLst>
          <pc:docMk/>
          <pc:sldMk cId="495318172" sldId="1378"/>
        </pc:sldMkLst>
        <pc:spChg chg="mod">
          <ac:chgData name="bfjghod Goh" userId="17a83449cc180f75" providerId="LiveId" clId="{3C411696-7278-D04D-848E-13DCF6350A00}" dt="2019-03-01T02:04:34.304" v="5327" actId="113"/>
          <ac:spMkLst>
            <pc:docMk/>
            <pc:sldMk cId="495318172" sldId="1378"/>
            <ac:spMk id="2" creationId="{4A1D2172-909A-7940-AE9E-8DE8D862F93C}"/>
          </ac:spMkLst>
        </pc:spChg>
        <pc:spChg chg="mod">
          <ac:chgData name="bfjghod Goh" userId="17a83449cc180f75" providerId="LiveId" clId="{3C411696-7278-D04D-848E-13DCF6350A00}" dt="2019-02-11T10:19:56.848" v="694"/>
          <ac:spMkLst>
            <pc:docMk/>
            <pc:sldMk cId="495318172" sldId="1378"/>
            <ac:spMk id="3" creationId="{DF49AB7A-1E8E-2B4E-9CED-D086CB2EDDB3}"/>
          </ac:spMkLst>
        </pc:spChg>
      </pc:sldChg>
      <pc:sldChg chg="addSp modSp add ord">
        <pc:chgData name="bfjghod Goh" userId="17a83449cc180f75" providerId="LiveId" clId="{3C411696-7278-D04D-848E-13DCF6350A00}" dt="2019-03-01T02:05:44.112" v="5479" actId="20577"/>
        <pc:sldMkLst>
          <pc:docMk/>
          <pc:sldMk cId="1816410299" sldId="1380"/>
        </pc:sldMkLst>
        <pc:spChg chg="mod">
          <ac:chgData name="bfjghod Goh" userId="17a83449cc180f75" providerId="LiveId" clId="{3C411696-7278-D04D-848E-13DCF6350A00}" dt="2019-03-01T02:04:46.253" v="5328" actId="113"/>
          <ac:spMkLst>
            <pc:docMk/>
            <pc:sldMk cId="1816410299" sldId="1380"/>
            <ac:spMk id="2" creationId="{4A1D2172-909A-7940-AE9E-8DE8D862F93C}"/>
          </ac:spMkLst>
        </pc:spChg>
        <pc:spChg chg="mod">
          <ac:chgData name="bfjghod Goh" userId="17a83449cc180f75" providerId="LiveId" clId="{3C411696-7278-D04D-848E-13DCF6350A00}" dt="2019-03-01T02:05:44.112" v="5479" actId="20577"/>
          <ac:spMkLst>
            <pc:docMk/>
            <pc:sldMk cId="1816410299" sldId="1380"/>
            <ac:spMk id="3" creationId="{DF49AB7A-1E8E-2B4E-9CED-D086CB2EDDB3}"/>
          </ac:spMkLst>
        </pc:spChg>
        <pc:spChg chg="add mod">
          <ac:chgData name="bfjghod Goh" userId="17a83449cc180f75" providerId="LiveId" clId="{3C411696-7278-D04D-848E-13DCF6350A00}" dt="2019-03-01T02:04:48.504" v="5329" actId="113"/>
          <ac:spMkLst>
            <pc:docMk/>
            <pc:sldMk cId="1816410299" sldId="1380"/>
            <ac:spMk id="4" creationId="{94DF6EB3-E5C2-3842-B648-8FC50981AF5B}"/>
          </ac:spMkLst>
        </pc:spChg>
        <pc:spChg chg="add mod">
          <ac:chgData name="bfjghod Goh" userId="17a83449cc180f75" providerId="LiveId" clId="{3C411696-7278-D04D-848E-13DCF6350A00}" dt="2019-02-11T10:27:51.406" v="1470" actId="1076"/>
          <ac:spMkLst>
            <pc:docMk/>
            <pc:sldMk cId="1816410299" sldId="1380"/>
            <ac:spMk id="5" creationId="{AA3E62D0-E2B4-6D45-8E8B-8259259E2642}"/>
          </ac:spMkLst>
        </pc:spChg>
      </pc:sldChg>
      <pc:sldChg chg="addSp modSp add">
        <pc:chgData name="bfjghod Goh" userId="17a83449cc180f75" providerId="LiveId" clId="{3C411696-7278-D04D-848E-13DCF6350A00}" dt="2019-02-11T10:37:15.946" v="1548" actId="1076"/>
        <pc:sldMkLst>
          <pc:docMk/>
          <pc:sldMk cId="2851404322" sldId="1381"/>
        </pc:sldMkLst>
        <pc:spChg chg="mod">
          <ac:chgData name="bfjghod Goh" userId="17a83449cc180f75" providerId="LiveId" clId="{3C411696-7278-D04D-848E-13DCF6350A00}" dt="2019-02-11T10:37:04.705" v="1511" actId="20577"/>
          <ac:spMkLst>
            <pc:docMk/>
            <pc:sldMk cId="2851404322" sldId="1381"/>
            <ac:spMk id="2" creationId="{1657DF2B-BF07-164A-83E9-46B853DD2900}"/>
          </ac:spMkLst>
        </pc:spChg>
        <pc:spChg chg="add mod">
          <ac:chgData name="bfjghod Goh" userId="17a83449cc180f75" providerId="LiveId" clId="{3C411696-7278-D04D-848E-13DCF6350A00}" dt="2019-02-11T10:37:15.946" v="1548" actId="1076"/>
          <ac:spMkLst>
            <pc:docMk/>
            <pc:sldMk cId="2851404322" sldId="1381"/>
            <ac:spMk id="3" creationId="{E1BDB46E-72CE-D148-8178-CD8621DE1634}"/>
          </ac:spMkLst>
        </pc:spChg>
      </pc:sldChg>
      <pc:sldChg chg="modSp add">
        <pc:chgData name="bfjghod Goh" userId="17a83449cc180f75" providerId="LiveId" clId="{3C411696-7278-D04D-848E-13DCF6350A00}" dt="2019-03-01T01:39:30.328" v="1766" actId="20577"/>
        <pc:sldMkLst>
          <pc:docMk/>
          <pc:sldMk cId="2153657199" sldId="1382"/>
        </pc:sldMkLst>
        <pc:spChg chg="mod">
          <ac:chgData name="bfjghod Goh" userId="17a83449cc180f75" providerId="LiveId" clId="{3C411696-7278-D04D-848E-13DCF6350A00}" dt="2019-03-01T01:39:30.328" v="1766" actId="20577"/>
          <ac:spMkLst>
            <pc:docMk/>
            <pc:sldMk cId="2153657199" sldId="1382"/>
            <ac:spMk id="6" creationId="{51E76512-37A1-604B-8EEE-EBAC749FD876}"/>
          </ac:spMkLst>
        </pc:spChg>
      </pc:sldChg>
      <pc:sldChg chg="addSp modSp add">
        <pc:chgData name="bfjghod Goh" userId="17a83449cc180f75" providerId="LiveId" clId="{3C411696-7278-D04D-848E-13DCF6350A00}" dt="2019-03-01T01:40:57.387" v="1952" actId="20577"/>
        <pc:sldMkLst>
          <pc:docMk/>
          <pc:sldMk cId="483373495" sldId="1383"/>
        </pc:sldMkLst>
        <pc:spChg chg="add mod">
          <ac:chgData name="bfjghod Goh" userId="17a83449cc180f75" providerId="LiveId" clId="{3C411696-7278-D04D-848E-13DCF6350A00}" dt="2019-03-01T01:40:57.387" v="1952" actId="20577"/>
          <ac:spMkLst>
            <pc:docMk/>
            <pc:sldMk cId="483373495" sldId="1383"/>
            <ac:spMk id="2" creationId="{C05577C3-3972-2448-8E7A-EAC8029A51BC}"/>
          </ac:spMkLst>
        </pc:spChg>
        <pc:spChg chg="add mod">
          <ac:chgData name="bfjghod Goh" userId="17a83449cc180f75" providerId="LiveId" clId="{3C411696-7278-D04D-848E-13DCF6350A00}" dt="2019-03-01T01:40:48.548" v="1948" actId="20577"/>
          <ac:spMkLst>
            <pc:docMk/>
            <pc:sldMk cId="483373495" sldId="1383"/>
            <ac:spMk id="3" creationId="{7183C758-CCB7-D84A-920B-CB586ED8F68A}"/>
          </ac:spMkLst>
        </pc:spChg>
      </pc:sldChg>
      <pc:sldChg chg="modSp add">
        <pc:chgData name="bfjghod Goh" userId="17a83449cc180f75" providerId="LiveId" clId="{3C411696-7278-D04D-848E-13DCF6350A00}" dt="2019-03-01T01:45:20.405" v="2937" actId="20577"/>
        <pc:sldMkLst>
          <pc:docMk/>
          <pc:sldMk cId="88400079" sldId="1384"/>
        </pc:sldMkLst>
        <pc:spChg chg="mod">
          <ac:chgData name="bfjghod Goh" userId="17a83449cc180f75" providerId="LiveId" clId="{3C411696-7278-D04D-848E-13DCF6350A00}" dt="2019-03-01T01:41:18.688" v="1967" actId="20577"/>
          <ac:spMkLst>
            <pc:docMk/>
            <pc:sldMk cId="88400079" sldId="1384"/>
            <ac:spMk id="2" creationId="{F9B89CCD-D8AD-D448-AEB8-A69BD0814CAC}"/>
          </ac:spMkLst>
        </pc:spChg>
        <pc:spChg chg="mod">
          <ac:chgData name="bfjghod Goh" userId="17a83449cc180f75" providerId="LiveId" clId="{3C411696-7278-D04D-848E-13DCF6350A00}" dt="2019-03-01T01:45:20.405" v="2937" actId="20577"/>
          <ac:spMkLst>
            <pc:docMk/>
            <pc:sldMk cId="88400079" sldId="1384"/>
            <ac:spMk id="3" creationId="{0A3733CD-A4EC-444E-A8C9-581948E8593E}"/>
          </ac:spMkLst>
        </pc:spChg>
      </pc:sldChg>
      <pc:sldChg chg="modSp add">
        <pc:chgData name="bfjghod Goh" userId="17a83449cc180f75" providerId="LiveId" clId="{3C411696-7278-D04D-848E-13DCF6350A00}" dt="2019-03-01T01:49:19.242" v="3614" actId="20577"/>
        <pc:sldMkLst>
          <pc:docMk/>
          <pc:sldMk cId="999304756" sldId="1385"/>
        </pc:sldMkLst>
        <pc:spChg chg="mod">
          <ac:chgData name="bfjghod Goh" userId="17a83449cc180f75" providerId="LiveId" clId="{3C411696-7278-D04D-848E-13DCF6350A00}" dt="2019-03-01T01:41:55.251" v="2077" actId="20577"/>
          <ac:spMkLst>
            <pc:docMk/>
            <pc:sldMk cId="999304756" sldId="1385"/>
            <ac:spMk id="2" creationId="{2E23CE7A-4D1F-0F43-9AE5-CD8338ECEA68}"/>
          </ac:spMkLst>
        </pc:spChg>
        <pc:spChg chg="mod">
          <ac:chgData name="bfjghod Goh" userId="17a83449cc180f75" providerId="LiveId" clId="{3C411696-7278-D04D-848E-13DCF6350A00}" dt="2019-03-01T01:49:19.242" v="3614" actId="20577"/>
          <ac:spMkLst>
            <pc:docMk/>
            <pc:sldMk cId="999304756" sldId="1385"/>
            <ac:spMk id="3" creationId="{058A74D7-17CA-A647-9CDB-7F30819DBC5E}"/>
          </ac:spMkLst>
        </pc:spChg>
      </pc:sldChg>
      <pc:sldChg chg="modSp add">
        <pc:chgData name="bfjghod Goh" userId="17a83449cc180f75" providerId="LiveId" clId="{3C411696-7278-D04D-848E-13DCF6350A00}" dt="2019-03-01T01:53:50.718" v="4427" actId="20577"/>
        <pc:sldMkLst>
          <pc:docMk/>
          <pc:sldMk cId="3360252776" sldId="1386"/>
        </pc:sldMkLst>
        <pc:spChg chg="mod">
          <ac:chgData name="bfjghod Goh" userId="17a83449cc180f75" providerId="LiveId" clId="{3C411696-7278-D04D-848E-13DCF6350A00}" dt="2019-03-01T01:48:00.259" v="3450" actId="20577"/>
          <ac:spMkLst>
            <pc:docMk/>
            <pc:sldMk cId="3360252776" sldId="1386"/>
            <ac:spMk id="2" creationId="{99D633C0-9447-F245-9E7B-86BC1BD15FAA}"/>
          </ac:spMkLst>
        </pc:spChg>
        <pc:spChg chg="mod">
          <ac:chgData name="bfjghod Goh" userId="17a83449cc180f75" providerId="LiveId" clId="{3C411696-7278-D04D-848E-13DCF6350A00}" dt="2019-03-01T01:53:50.718" v="4427" actId="20577"/>
          <ac:spMkLst>
            <pc:docMk/>
            <pc:sldMk cId="3360252776" sldId="1386"/>
            <ac:spMk id="3" creationId="{2C8E30A5-1E11-7248-8E03-44395E0E9286}"/>
          </ac:spMkLst>
        </pc:spChg>
      </pc:sldChg>
      <pc:sldChg chg="modSp add">
        <pc:chgData name="bfjghod Goh" userId="17a83449cc180f75" providerId="LiveId" clId="{3C411696-7278-D04D-848E-13DCF6350A00}" dt="2019-03-04T05:18:04.208" v="5748" actId="20577"/>
        <pc:sldMkLst>
          <pc:docMk/>
          <pc:sldMk cId="870346808" sldId="1387"/>
        </pc:sldMkLst>
        <pc:spChg chg="mod">
          <ac:chgData name="bfjghod Goh" userId="17a83449cc180f75" providerId="LiveId" clId="{3C411696-7278-D04D-848E-13DCF6350A00}" dt="2019-03-01T01:55:11.983" v="4468" actId="20577"/>
          <ac:spMkLst>
            <pc:docMk/>
            <pc:sldMk cId="870346808" sldId="1387"/>
            <ac:spMk id="2" creationId="{C29D178B-5308-7242-B93B-43B95ABD7BEC}"/>
          </ac:spMkLst>
        </pc:spChg>
        <pc:spChg chg="mod">
          <ac:chgData name="bfjghod Goh" userId="17a83449cc180f75" providerId="LiveId" clId="{3C411696-7278-D04D-848E-13DCF6350A00}" dt="2019-03-04T05:18:04.208" v="5748" actId="20577"/>
          <ac:spMkLst>
            <pc:docMk/>
            <pc:sldMk cId="870346808" sldId="1387"/>
            <ac:spMk id="3" creationId="{F169A9E9-7D85-BF46-95D1-65447AC1E435}"/>
          </ac:spMkLst>
        </pc:spChg>
      </pc:sldChg>
      <pc:sldChg chg="modSp add">
        <pc:chgData name="bfjghod Goh" userId="17a83449cc180f75" providerId="LiveId" clId="{3C411696-7278-D04D-848E-13DCF6350A00}" dt="2019-03-01T02:00:33.944" v="5151" actId="20577"/>
        <pc:sldMkLst>
          <pc:docMk/>
          <pc:sldMk cId="3785772621" sldId="1388"/>
        </pc:sldMkLst>
        <pc:spChg chg="mod">
          <ac:chgData name="bfjghod Goh" userId="17a83449cc180f75" providerId="LiveId" clId="{3C411696-7278-D04D-848E-13DCF6350A00}" dt="2019-03-01T02:00:33.944" v="5151" actId="20577"/>
          <ac:spMkLst>
            <pc:docMk/>
            <pc:sldMk cId="3785772621" sldId="1388"/>
            <ac:spMk id="2" creationId="{4CC2A57C-DE5E-8D4E-99D1-54D9CAD19F0E}"/>
          </ac:spMkLst>
        </pc:spChg>
      </pc:sldChg>
      <pc:sldChg chg="modSp add">
        <pc:chgData name="bfjghod Goh" userId="17a83449cc180f75" providerId="LiveId" clId="{3C411696-7278-D04D-848E-13DCF6350A00}" dt="2019-03-01T02:06:25.052" v="5568" actId="20577"/>
        <pc:sldMkLst>
          <pc:docMk/>
          <pc:sldMk cId="1583498630" sldId="1389"/>
        </pc:sldMkLst>
        <pc:spChg chg="mod">
          <ac:chgData name="bfjghod Goh" userId="17a83449cc180f75" providerId="LiveId" clId="{3C411696-7278-D04D-848E-13DCF6350A00}" dt="2019-03-01T02:06:25.052" v="5568" actId="20577"/>
          <ac:spMkLst>
            <pc:docMk/>
            <pc:sldMk cId="1583498630" sldId="1389"/>
            <ac:spMk id="6" creationId="{51E76512-37A1-604B-8EEE-EBAC749FD876}"/>
          </ac:spMkLst>
        </pc:spChg>
      </pc:sldChg>
      <pc:sldChg chg="addSp modSp add">
        <pc:chgData name="bfjghod Goh" userId="17a83449cc180f75" providerId="LiveId" clId="{3C411696-7278-D04D-848E-13DCF6350A00}" dt="2019-03-01T02:04:16.450" v="5325" actId="20577"/>
        <pc:sldMkLst>
          <pc:docMk/>
          <pc:sldMk cId="839422741" sldId="1390"/>
        </pc:sldMkLst>
        <pc:spChg chg="add mod">
          <ac:chgData name="bfjghod Goh" userId="17a83449cc180f75" providerId="LiveId" clId="{3C411696-7278-D04D-848E-13DCF6350A00}" dt="2019-03-01T02:04:09.520" v="5289" actId="20577"/>
          <ac:spMkLst>
            <pc:docMk/>
            <pc:sldMk cId="839422741" sldId="1390"/>
            <ac:spMk id="2" creationId="{788836EA-7EEA-A645-B44F-BEA3C9E30EFC}"/>
          </ac:spMkLst>
        </pc:spChg>
        <pc:spChg chg="add mod">
          <ac:chgData name="bfjghod Goh" userId="17a83449cc180f75" providerId="LiveId" clId="{3C411696-7278-D04D-848E-13DCF6350A00}" dt="2019-03-01T02:04:16.450" v="5325" actId="20577"/>
          <ac:spMkLst>
            <pc:docMk/>
            <pc:sldMk cId="839422741" sldId="1390"/>
            <ac:spMk id="3" creationId="{10D28FA3-9D24-3043-BD98-4E5D20FD8889}"/>
          </ac:spMkLst>
        </pc:spChg>
      </pc:sldChg>
      <pc:sldChg chg="addSp modSp add mod setBg">
        <pc:chgData name="bfjghod Goh" userId="17a83449cc180f75" providerId="LiveId" clId="{3C411696-7278-D04D-848E-13DCF6350A00}" dt="2019-03-13T08:33:31.739" v="5797" actId="20577"/>
        <pc:sldMkLst>
          <pc:docMk/>
          <pc:sldMk cId="2370958793" sldId="1391"/>
        </pc:sldMkLst>
        <pc:spChg chg="add mod">
          <ac:chgData name="bfjghod Goh" userId="17a83449cc180f75" providerId="LiveId" clId="{3C411696-7278-D04D-848E-13DCF6350A00}" dt="2019-03-13T08:33:31.739" v="5797" actId="20577"/>
          <ac:spMkLst>
            <pc:docMk/>
            <pc:sldMk cId="2370958793" sldId="1391"/>
            <ac:spMk id="3" creationId="{86EBC861-3F0B-CE48-BDFB-2C5FF2444378}"/>
          </ac:spMkLst>
        </pc:spChg>
        <pc:spChg chg="add">
          <ac:chgData name="bfjghod Goh" userId="17a83449cc180f75" providerId="LiveId" clId="{3C411696-7278-D04D-848E-13DCF6350A00}" dt="2019-03-13T08:33:22.191" v="5767" actId="26606"/>
          <ac:spMkLst>
            <pc:docMk/>
            <pc:sldMk cId="2370958793" sldId="1391"/>
            <ac:spMk id="8" creationId="{C0B27210-D0CA-4654-B3E3-9ABB4F178EA1}"/>
          </ac:spMkLst>
        </pc:spChg>
        <pc:spChg chg="add">
          <ac:chgData name="bfjghod Goh" userId="17a83449cc180f75" providerId="LiveId" clId="{3C411696-7278-D04D-848E-13DCF6350A00}" dt="2019-03-13T08:33:22.191" v="5767" actId="26606"/>
          <ac:spMkLst>
            <pc:docMk/>
            <pc:sldMk cId="2370958793" sldId="1391"/>
            <ac:spMk id="10" creationId="{1DB7C82F-AB7E-4F0C-B829-FA1B9C415180}"/>
          </ac:spMkLst>
        </pc:spChg>
        <pc:spChg chg="add">
          <ac:chgData name="bfjghod Goh" userId="17a83449cc180f75" providerId="LiveId" clId="{3C411696-7278-D04D-848E-13DCF6350A00}" dt="2019-03-13T08:33:22.191" v="5767" actId="26606"/>
          <ac:spMkLst>
            <pc:docMk/>
            <pc:sldMk cId="2370958793" sldId="1391"/>
            <ac:spMk id="12" creationId="{70B66945-4967-4040-926D-DCA44313CDAB}"/>
          </ac:spMkLst>
        </pc:spChg>
        <pc:picChg chg="add mod ord">
          <ac:chgData name="bfjghod Goh" userId="17a83449cc180f75" providerId="LiveId" clId="{3C411696-7278-D04D-848E-13DCF6350A00}" dt="2019-03-13T08:33:22.191" v="5767" actId="26606"/>
          <ac:picMkLst>
            <pc:docMk/>
            <pc:sldMk cId="2370958793" sldId="1391"/>
            <ac:picMk id="2" creationId="{D87385E6-9740-984F-AE8F-AD367007895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FFE80D-4D1E-6A4D-953A-5345F083B836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A9A66C-2C29-DC42-8B45-7523ABA6F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132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031C0-81B9-DC44-BEAF-529E3A0AF2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A595C2-CCBE-D647-8AD2-8694EFD90D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B5264-1848-C14C-B950-C5EF7E83C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E2094-BEE2-3F4C-9AFA-0C93CE0E5A07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1B802-10B4-884A-A8C9-6F950118A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5A726-B2CC-314C-9D50-B689DA9AA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EDF77-045C-314C-AB9B-60B72DBBA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865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422B0-2098-104A-8780-C552B3E34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20F8A-53A5-9249-AB2D-7FDA65F52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93856-D62C-E345-8555-6627E8418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E2094-BEE2-3F4C-9AFA-0C93CE0E5A07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EC0A1-5A92-7540-A879-CC5FCA319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A6DBC-4E91-054C-BE85-6DD6FEF56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EDF77-045C-314C-AB9B-60B72DBBA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568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34832-B70D-424C-A590-D4A4DDEE4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613278-21B9-1447-B2AD-81DF7D299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A74BA-F809-BD48-9EC2-FCC63469A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E2094-BEE2-3F4C-9AFA-0C93CE0E5A07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FB217-DAF0-4D4A-9C31-3AB4BFEBB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4226A-EDCB-6B45-9EE4-E0776B816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EDF77-045C-314C-AB9B-60B72DBBA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174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6CAF5-7F6A-594B-B74E-5632907A4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D9BCA-21DC-4540-861C-DC3490BFB0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2FA3BE-A91B-E24D-80B4-54F2F036D8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74EED0-C657-D94C-BFE1-F09B750A6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E2094-BEE2-3F4C-9AFA-0C93CE0E5A07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7B3959-A610-8E41-B917-79C343CC7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F3F65C-235E-F04B-B8F0-D68098C8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EDF77-045C-314C-AB9B-60B72DBBA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189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250A6-1D28-1545-B7D9-7D2DACF88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98186-62FD-2A45-8382-FBE4ADCF2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9822F-E75A-6644-99EA-FA4EA1A480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E72234-326C-5B47-A4EA-2DBF364402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4E5511-592B-F744-980F-7FB8F2B579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0EBC39-ABF9-6945-9070-329571C53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E2094-BEE2-3F4C-9AFA-0C93CE0E5A07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1FD514-9038-A140-8897-A789EB026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C3116A-7BDF-6946-8D6E-31150BC7F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EDF77-045C-314C-AB9B-60B72DBBA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969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FBE0D-E1ED-024D-8F7B-B98D648EF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D48E63-7A44-1043-87F3-9B36C231A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E2094-BEE2-3F4C-9AFA-0C93CE0E5A07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B6C64D-1E0D-DB4F-A004-BB48D0CF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BF837-1D1A-D548-9A14-FE8F2CBC2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EDF77-045C-314C-AB9B-60B72DBBA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700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C0A51F-F830-814E-9BF5-5C3DDDE0B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E2094-BEE2-3F4C-9AFA-0C93CE0E5A07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077A3D-F6F8-B14C-93EE-B5B2D5480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41C472-4544-AE43-8AE5-F9789541B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EDF77-045C-314C-AB9B-60B72DBBA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906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FAB1F-3C72-0A48-8B7A-5B586F70F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74363-A3C7-9346-A41E-A98DB2DD7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3F4497-17CD-544C-8935-0B1B8BE34B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03A2B-5A0A-764B-BD89-5F8B64717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E2094-BEE2-3F4C-9AFA-0C93CE0E5A07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B37D95-9431-974B-A115-4B7D7CA5F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52AE1A-0053-CC4F-AF53-B262EC66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EDF77-045C-314C-AB9B-60B72DBBA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870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9143C-D355-BF46-B485-A2C068222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6EF00C-A942-B04E-BE36-F50975331C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A2238A-12CC-0B4F-A8C6-0FD344B03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E92C20-AF90-0B42-A9E2-B9277D5B3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E2094-BEE2-3F4C-9AFA-0C93CE0E5A07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67E36D-A068-BD4B-A9FD-38A4664D8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1CB555-6935-AA45-91FF-36811284E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EDF77-045C-314C-AB9B-60B72DBBA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503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F6AE6-AADE-224B-8A52-0C8E128A4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C72E9D-F3FB-064A-BC3C-1E9B1597ED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64B53-4279-2A47-A5E4-8675CA5D0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E2094-BEE2-3F4C-9AFA-0C93CE0E5A07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A5A18-D069-F848-9483-EEF51CE22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8470D-BC22-A641-93BC-AC1DC19F9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EDF77-045C-314C-AB9B-60B72DBBA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64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AE34DC-8579-644A-A32C-50EC923FF2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E2046E-5ACC-A44C-8FE1-07DF5800AA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CFADA-DEE1-D147-9DE9-5510E2C2F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E2094-BEE2-3F4C-9AFA-0C93CE0E5A07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62A2-9EB9-A749-8122-A5B47A131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8BC48-A106-B142-B7AB-996646B63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EDF77-045C-314C-AB9B-60B72DBBA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4122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1672" y="-263235"/>
            <a:ext cx="12510654" cy="1216882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52127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451B28-9B85-944D-AD7B-372FCDB7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D7F0D6-C589-DD48-867A-C991052D3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4AC58-27FE-7A4D-BE18-E31D418EE0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E2094-BEE2-3F4C-9AFA-0C93CE0E5A07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BE418-7F85-6A47-9C74-AEA7287B75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26674-E594-854D-AEB7-0BFC2DF38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0EDF77-045C-314C-AB9B-60B72DBBA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692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7AF536C2-CDEA-7440-ABAA-8E28A2CD8FAA}"/>
              </a:ext>
            </a:extLst>
          </p:cNvPr>
          <p:cNvSpPr txBox="1">
            <a:spLocks/>
          </p:cNvSpPr>
          <p:nvPr/>
        </p:nvSpPr>
        <p:spPr>
          <a:xfrm>
            <a:off x="1267044" y="3572801"/>
            <a:ext cx="7800756" cy="32353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sz="4000" b="1" dirty="0"/>
              <a:t>Data Science for Biologists</a:t>
            </a:r>
            <a:br>
              <a:rPr lang="en-US" sz="4000" dirty="0">
                <a:ea typeface="+mn-ea"/>
                <a:cs typeface="+mn-cs"/>
              </a:rPr>
            </a:br>
            <a:r>
              <a:rPr lang="en-SG" sz="2800" dirty="0"/>
              <a:t>cBLAST</a:t>
            </a:r>
            <a:br>
              <a:rPr lang="en-US" sz="2800" dirty="0">
                <a:ea typeface="+mn-ea"/>
                <a:cs typeface="+mn-cs"/>
              </a:rPr>
            </a:br>
            <a:br>
              <a:rPr lang="en-US" sz="2800" dirty="0">
                <a:ea typeface="+mn-ea"/>
                <a:cs typeface="+mn-cs"/>
              </a:rPr>
            </a:br>
            <a:r>
              <a:rPr lang="en-US" sz="2800" dirty="0">
                <a:ea typeface="+mn-ea"/>
                <a:cs typeface="+mn-cs"/>
              </a:rPr>
              <a:t>Md. Jubayer Hossain</a:t>
            </a:r>
            <a:br>
              <a:rPr lang="en-US" sz="2800" dirty="0">
                <a:ea typeface="+mn-ea"/>
                <a:cs typeface="+mn-cs"/>
              </a:rPr>
            </a:br>
            <a:r>
              <a:rPr lang="en-US" sz="2800" dirty="0">
                <a:ea typeface="+mn-ea"/>
                <a:cs typeface="+mn-cs"/>
              </a:rPr>
              <a:t>CHIRAL Bangladesh</a:t>
            </a:r>
          </a:p>
        </p:txBody>
      </p:sp>
    </p:spTree>
    <p:extLst>
      <p:ext uri="{BB962C8B-B14F-4D97-AF65-F5344CB8AC3E}">
        <p14:creationId xmlns:p14="http://schemas.microsoft.com/office/powerpoint/2010/main" val="1150376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958BD-A04C-924E-8881-58A64FB13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will be covering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3308E-B469-5543-B427-8A178A470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Differentiating Bio-informatics and Bio-Data Science</a:t>
            </a:r>
          </a:p>
          <a:p>
            <a:r>
              <a:rPr lang="en-US" dirty="0"/>
              <a:t>A primer on logic</a:t>
            </a:r>
          </a:p>
          <a:p>
            <a:r>
              <a:rPr lang="en-US" dirty="0"/>
              <a:t>What are confounders?</a:t>
            </a:r>
          </a:p>
          <a:p>
            <a:r>
              <a:rPr lang="en-US" dirty="0"/>
              <a:t>The Anna Karenina Principle</a:t>
            </a:r>
          </a:p>
          <a:p>
            <a:r>
              <a:rPr lang="en-US" dirty="0"/>
              <a:t>A final word on biomarker identification and validation</a:t>
            </a:r>
          </a:p>
          <a:p>
            <a:r>
              <a:rPr lang="en-US" dirty="0"/>
              <a:t>A short introduction on exploratory data analysis and the grammar of graphics (Swirl Tutorial)</a:t>
            </a:r>
          </a:p>
        </p:txBody>
      </p:sp>
    </p:spTree>
    <p:extLst>
      <p:ext uri="{BB962C8B-B14F-4D97-AF65-F5344CB8AC3E}">
        <p14:creationId xmlns:p14="http://schemas.microsoft.com/office/powerpoint/2010/main" val="899795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B52D3-57F3-86D7-FA27-87F41ABED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1B94A-F5AC-BFEE-424B-F2182172B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2247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61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What we will be covering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bfjghod Goh</dc:creator>
  <cp:lastModifiedBy>Jubayer Hossain</cp:lastModifiedBy>
  <cp:revision>3</cp:revision>
  <dcterms:created xsi:type="dcterms:W3CDTF">2019-03-13T08:33:22Z</dcterms:created>
  <dcterms:modified xsi:type="dcterms:W3CDTF">2025-03-23T02:27:06Z</dcterms:modified>
</cp:coreProperties>
</file>